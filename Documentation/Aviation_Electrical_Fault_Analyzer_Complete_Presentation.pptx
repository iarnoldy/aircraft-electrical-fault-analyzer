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 by Category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 Tests</c:v>
                  </c:pt>
                  <c:pt idx="1">
                    <c:v>Integration</c:v>
                  </c:pt>
                  <c:pt idx="2">
                    <c:v>Frontend</c:v>
                  </c:pt>
                  <c:pt idx="3">
                    <c:v>API Tests</c:v>
                  </c:pt>
                  <c:pt idx="4">
                    <c:v>QA Reports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13</c:v>
                </c:pt>
                <c:pt idx="2">
                  <c:v>20</c:v>
                </c:pt>
                <c:pt idx="3">
                  <c:v>31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Test Category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Tests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Code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bubble3D val="0"/>
            <c:spPr>
              <a:solidFill>
                <a:srgbClr val="4ECDC4"/>
              </a:solidFill>
              <a:effectLst/>
            </c:spPr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</c:dPt>
          <c:dPt>
            <c:idx val="4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Python Backend</c:v>
                </c:pt>
                <c:pt idx="1">
                  <c:v>JavaScript</c:v>
                </c:pt>
                <c:pt idx="2">
                  <c:v>CSS/Design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2450</c:v>
                </c:pt>
                <c:pt idx="1">
                  <c:v>1600</c:v>
                </c:pt>
                <c:pt idx="2">
                  <c:v>1200</c:v>
                </c:pt>
                <c:pt idx="3">
                  <c:v>500</c:v>
                </c:pt>
                <c:pt idx="4">
                  <c:v>750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presentation of my Aircraft Electrical Fault Analyzer project for ITGM 522.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successfully delivered all requirements within 10 days using agile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Aircraft maintenance faces critical challenges that our AI-powered solution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uses a three-tier architecture with Flask REST API as the central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sequence diagram shows the complete data flow for diagnostic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REST API implements comprehensive error handling with retry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endpoints provide complete system control with excellent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3.5 Sonnet integration uses carefully crafted aviation expert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building aggregates symptoms, measurements, system state, and weather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invocation uses temperature control for consistency with timeout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Response parsing extracts and validates JSON with fallback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 ensures graceful degradation at every system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JSON-based storage provides persistence for diagnostic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development approach significantly reduced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two-day sprints delivered incremental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Flask development server showing real-time API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suite achieved 83% pass rate with comprehensive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covered all system layers from unit to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6,500 lines of code across multiple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demo scenarios showcase the system's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learnings span technical, design, and professional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academic requirements were met or exceeded.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Questions are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AIRCRAFT ELECTRICAL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FAULT ANALYZER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AI-Powered Diagnostic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ITGM 522 - Project 3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Ian Arnoldy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Professor Lee Cody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Savannah College of Art and Design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Project 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Intelligent aircraft electrical diagnostics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Claude 3.5 Sonnet AI integration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Professional glassmorphism UI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Real-time system simulation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Comprehensive testing suite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Key Deliverables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Full-stack web application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4 fault scenarios (&lt;3 sec response)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91 tests with 83% pass rate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• 13,000+ lines documentation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10 DAYS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5 Agile Sprints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6,500+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Lines of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329184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PRODUCTION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</a:rPr>
              <a:t>Ready Status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Aircraft maintenance technicians face critical challenges: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Solution Needed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 Processes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Complex schematic interpretation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AI-powered 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 Pressure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$150,000+ per hour downtime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Rapid diagnostics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Expertise Gap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Junior technicians lack experience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Intelligent guidance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Error 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Misdiagnosis leads to safety issues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Validated procedures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Three-tier architecture with clear separation of concerns</a:t>
            </a:r>
            <a:endParaRPr lang="en-US" sz="1400" dirty="0"/>
          </a:p>
        </p:txBody>
      </p:sp>
      <p:pic>
        <p:nvPicPr>
          <p:cNvPr id="4" name="Image 0" descr="/mnt/user-data/uploads/HighLevel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DATA FLOW &amp; SEQUENCE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Complete diagnostic request lifecycle from user input to AI response</a:t>
            </a:r>
            <a:endParaRPr lang="en-US" sz="1400" dirty="0"/>
          </a:p>
        </p:txBody>
      </p:sp>
      <p:pic>
        <p:nvPicPr>
          <p:cNvPr id="4" name="Image 0" descr="/mnt/user-data/uploads/Data_Flow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REST API COMMUNICATION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Comprehensive error handling with retry logic and graceful degradation</a:t>
            </a:r>
            <a:endParaRPr lang="en-US" sz="1400" dirty="0"/>
          </a:p>
        </p:txBody>
      </p:sp>
      <p:pic>
        <p:nvPicPr>
          <p:cNvPr id="4" name="Image 0" descr="/mnt/user-data/uploads/REST_API_Commun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API ENDPOINT SPECIFICATIONS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7 REST endpoints with sub-100ms response times</a:t>
            </a:r>
            <a:endParaRPr lang="en-US" sz="1400" dirty="0"/>
          </a:p>
        </p:txBody>
      </p:sp>
      <p:pic>
        <p:nvPicPr>
          <p:cNvPr id="4" name="Image 0" descr="/mnt/user-data/uploads/REST_API_Endpoint_Spec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AI INTEGRATION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Claude 3.5 Sonnet with aviation expert system prompt engineering</a:t>
            </a:r>
            <a:endParaRPr lang="en-US" sz="1400" dirty="0"/>
          </a:p>
        </p:txBody>
      </p:sp>
      <p:pic>
        <p:nvPicPr>
          <p:cNvPr id="4" name="Image 0" descr="/mnt/user-data/uploads/AI_Integrat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CLAUDE PIPELINE: CONTEXT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Stage 1: Comprehensive context aggregation from multiple sources</a:t>
            </a:r>
            <a:endParaRPr lang="en-US" sz="1400" dirty="0"/>
          </a:p>
        </p:txBody>
      </p:sp>
      <p:pic>
        <p:nvPicPr>
          <p:cNvPr id="4" name="Image 0" descr="/mnt/user-data/uploads/Claude_Agent_SDK_Integration_Stage_1_Context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CLAUDE PIPELINE: API INVOCATION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Stage 2: Temperature-controlled API call with fallback mechanisms</a:t>
            </a:r>
            <a:endParaRPr lang="en-US" sz="1400" dirty="0"/>
          </a:p>
        </p:txBody>
      </p:sp>
      <p:pic>
        <p:nvPicPr>
          <p:cNvPr id="4" name="Image 0" descr="/mnt/user-data/uploads/Stage_2_Claude_API_Inv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CLAUDE PIPELINE: RESPONSE PARSING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Stage 3: JSON extraction and validation with error recovery</a:t>
            </a:r>
            <a:endParaRPr lang="en-US" sz="1400" dirty="0"/>
          </a:p>
        </p:txBody>
      </p:sp>
      <p:pic>
        <p:nvPicPr>
          <p:cNvPr id="4" name="Image 0" descr="/mnt/user-data/uploads/Stage_3_Response_Parsing_and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ERROR HANDLING ARCHITECTURE</a:t>
            </a:r>
            <a:endParaRPr lang="en-US" sz="2800" dirty="0"/>
          </a:p>
        </p:txBody>
      </p:sp>
      <p:pic>
        <p:nvPicPr>
          <p:cNvPr id="3" name="Image 0" descr="/mnt/user-data/uploads/Error_Handlin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DATA PERSISTENCE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JSON-based storage for diagnostic history and system state</a:t>
            </a:r>
            <a:endParaRPr lang="en-US" sz="1400" dirty="0"/>
          </a:p>
        </p:txBody>
      </p:sp>
      <p:pic>
        <p:nvPicPr>
          <p:cNvPr id="4" name="Image 0" descr="/mnt/user-data/uploads/Database_and_Storag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AGILE DEVELOPMENT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Parallel sprint approach reduced timeline from 10 to 3 effective days</a:t>
            </a:r>
            <a:endParaRPr lang="en-US" sz="1400" dirty="0"/>
          </a:p>
        </p:txBody>
      </p:sp>
      <p:pic>
        <p:nvPicPr>
          <p:cNvPr id="4" name="Image 0" descr="/mnt/user-data/uploads/Development_Method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DEVELOPMENT TIMELINE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3657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Deliverables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 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Days 1-2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Backend foundation, electrical simulation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 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Days 3-4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Frontend dashboard, real-time monitoring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 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Days 5-6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 integration, diagnostic 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 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Days 7-8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External APIs, error handling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Sprint 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Days 9-10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UI/UX redesign, testing suite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Complete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LIVE DEMO: FLASK SERVER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Real-time API logging showing fault injection and system operations</a:t>
            </a:r>
            <a:endParaRPr lang="en-US" sz="1400" dirty="0"/>
          </a:p>
        </p:txBody>
      </p:sp>
      <p:pic>
        <p:nvPicPr>
          <p:cNvPr id="4" name="Image 0" descr="/mnt/user-data/uploads/screenshot-07-flask-server-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TEST EXECUTION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F8C8D"/>
                </a:solidFill>
              </a:rPr>
              <a:t>91 tests executed with 83% pass rate</a:t>
            </a:r>
            <a:endParaRPr lang="en-US" sz="1400" dirty="0"/>
          </a:p>
        </p:txBody>
      </p:sp>
      <p:pic>
        <p:nvPicPr>
          <p:cNvPr id="4" name="Image 0" descr="/mnt/user-data/uploads/screenshot-08-test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TESTING &amp; QUALITY METRICS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Total Tests: 91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Pass Rate: 83%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Frontend: 100%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Code Coverage: 80%+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C3E50"/>
                </a:solidFill>
              </a:rPr>
              <a:t>Performance: Grade A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PROJECT METRICS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Total Lines: 6,500+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Git Commits: 40+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Documentation: 13,000+ lines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2C3E50"/>
                </a:solidFill>
              </a:rPr>
              <a:t>Development Hours: 72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LIVE DEMO SCENARIOS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Difficulty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Response Time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Dead Battery - Cold Weather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Beginner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minutes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Alternator Failure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Intermediate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minutes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62ms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Bus Fault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Advanced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 minutes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78ms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Circuit Breaker Trip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Intermediate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minutes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55ms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KEY LEARNING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Technical Skills: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Full-stack development (Python Flask + JavaScript)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AI integration with Anthropic Claude SDK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Real-time system simulation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Design &amp; UX: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Professional design system (80+ CSS variables)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WCAG 2.1 AA accessibility compliance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Glassmorphism visual effects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Development Process: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Agile sprint methodology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Comprehensive testing (91 tests)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C3E50"/>
                </a:solidFill>
              </a:rPr>
              <a:t>• Git version control (40+ commits)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ACADEMIC REQUIREMENTS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Requirement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Implementation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Smooth Execution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Achieved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Zero crashes, graceful error handling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Minimum Size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Exceeded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Full-screen responsive application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Clean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Exemplary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6,500+ lines well-commented code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 Evolution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Implemented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Real-time polling, dynamic updates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User Interaction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Comprehensive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 keyboard/mouse support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100+ points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System parameters, fault scenarios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Arrays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Extensive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Components, breakers, history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Docs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15+ documented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Complete ERRORS.md 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ECDC4"/>
                </a:solidFill>
              </a:rPr>
              <a:t>PROJECT COMPLETE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Successfully delivered a production-ready aircraft electrical fault analyzer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demonstrating mastery of full-stack development, AI integration,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and professional software engineering practices.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10 Days • 6,500+ Lines • 91 Tests • 83% Coverage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Ian Arnoldy • SCAD ITGM 522 • github.com/iarnoldy/ITGM522_Processing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Savannah College of Art and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Electrical Fault Analyzer - Complete Technical Documentation</dc:title>
  <dc:subject>ITGM 522 - Project 3</dc:subject>
  <dc:creator>Ian Arnoldy</dc:creator>
  <cp:lastModifiedBy>Ian Arnoldy</cp:lastModifiedBy>
  <cp:revision>1</cp:revision>
  <dcterms:created xsi:type="dcterms:W3CDTF">2025-10-21T02:45:38Z</dcterms:created>
  <dcterms:modified xsi:type="dcterms:W3CDTF">2025-10-21T02:45:38Z</dcterms:modified>
</cp:coreProperties>
</file>